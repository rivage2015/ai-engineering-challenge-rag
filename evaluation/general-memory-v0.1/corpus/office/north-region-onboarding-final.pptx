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584d97da046ac" /><Relationship Type="http://schemas.openxmlformats.org/officeDocument/2006/relationships/extended-properties" Target="/docProps/app.xml" Id="R739e51009b744a4d" /><Relationship Type="http://schemas.openxmlformats.org/officeDocument/2006/relationships/officeDocument" Target="/ppt/presentation.xml" Id="Rbb28741272e6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eb46426704bc2"/>
  </p:sldMasterIdLst>
  <p:notesMasterIdLst>
    <p:notesMasterId xmlns:r="http://schemas.openxmlformats.org/officeDocument/2006/relationships" r:id="R8f29e2302b544090"/>
  </p:notesMasterIdLst>
  <p:sldIdLst>
    <p:sldId xmlns:r="http://schemas.openxmlformats.org/officeDocument/2006/relationships" id="256" r:id="Re3c94b44c44f4dc4"/>
    <p:sldId xmlns:r="http://schemas.openxmlformats.org/officeDocument/2006/relationships" id="257" r:id="Rf0cda123d3744e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e772d87b542e4" /><Relationship Type="http://schemas.openxmlformats.org/officeDocument/2006/relationships/slideMaster" Target="/ppt/slideMasters/slideMaster1.xml" Id="Raa0eb46426704bc2" /><Relationship Type="http://schemas.openxmlformats.org/officeDocument/2006/relationships/notesMaster" Target="/ppt/notesMasters/notesMaster1.xml" Id="R8f29e2302b544090" /><Relationship Type="http://schemas.openxmlformats.org/officeDocument/2006/relationships/presProps" Target="/ppt/presProps.xml" Id="R6c959a410b7f4d28" /><Relationship Type="http://schemas.openxmlformats.org/officeDocument/2006/relationships/tableStyles" Target="/ppt/tableStyles.xml" Id="R2c70273c17054479" /><Relationship Type="http://schemas.openxmlformats.org/officeDocument/2006/relationships/slide" Target="/ppt/slides/slide1.xml" Id="Re3c94b44c44f4dc4" /><Relationship Type="http://schemas.openxmlformats.org/officeDocument/2006/relationships/slide" Target="/ppt/slides/slide2.xml" Id="Rf0cda123d3744e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0d0848bac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512bfdbcf400e" /><Relationship Type="http://schemas.openxmlformats.org/officeDocument/2006/relationships/notesMaster" Target="/ppt/notesMasters/notesMaster1.xml" Id="R15b8876341c148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12b03d07ca446b" /><Relationship Type="http://schemas.openxmlformats.org/officeDocument/2006/relationships/notesMaster" Target="/ppt/notesMasters/notesMaster1.xml" Id="Ree71b1d724e14b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8dcd54d104c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f3efb2ebd4163" /><Relationship Type="http://schemas.openxmlformats.org/officeDocument/2006/relationships/slideLayout" Target="/ppt/slideLayouts/slideLayout1.xml" Id="R3f97cffa8f4b42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97cffa8f4b42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3e600a4264a77" /><Relationship Type="http://schemas.openxmlformats.org/officeDocument/2006/relationships/notesSlide" Target="/ppt/notesSlides/notesSlide1.xml" Id="R859fa1c137ae43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ae63e6527419c" /><Relationship Type="http://schemas.openxmlformats.org/officeDocument/2006/relationships/notesSlide" Target="/ppt/notesSlides/notesSlide2.xml" Id="R6684e574f27445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BA8732D-FE3D-4BBD-96F6-D29CB3D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FINAL / APPROVED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EF86A5-5146-4600-9F86-F0885EBC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24B"/>
                </a:solidFill>
              </a:defRPr>
            </a:pPr>
            <a:r>
              <a:rPr sz="3150" b="1">
                <a:solidFill>
                  <a:srgbClr val="15324B"/>
                </a:solidFill>
              </a:rPr>
              <a:t>North Region Onboarding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487B3005-F726-4FCF-AB4C-2520A4B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Approved on 2025-07-15. Use this deck for the launch decision.</a:t>
            </a:r>
          </a:p>
        </p:txBody>
      </p:sp>
      <p:sp>
        <p:nvSpPr>
          <p:cNvPr id="4" name="version-warning">
            <a:extLst xmlns:a="http://schemas.openxmlformats.org/drawingml/2006/main">
              <a:ext uri="{FF2B5EF4-FFF2-40B4-BE49-F238E27FC236}">
                <a16:creationId xmlns:a16="http://schemas.microsoft.com/office/drawing/2014/main" id="{F95C19A4-D0F8-483C-B980-89E9E28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5B6"/>
                </a:solidFill>
              </a:defRPr>
            </a:pPr>
            <a:r>
              <a:rPr sz="1650" b="1">
                <a:solidFill>
                  <a:srgbClr val="2E75B6"/>
                </a:solidFill>
              </a:rPr>
              <a:t>Do not use the old draft.</a:t>
            </a:r>
          </a:p>
        </p:txBody>
      </p:sp>
    </p:spTree>
    <p:extLst>
      <p:ext uri="{BB962C8B-B14F-4D97-AF65-F5344CB8AC3E}">
        <p14:creationId xmlns:p14="http://schemas.microsoft.com/office/powerpoint/2010/main" val="1498674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94FA819-80FD-4275-9E2D-87287EC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LAUNCH DECISION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54B580-4C21-45B4-A942-00EA260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24B"/>
                </a:solidFill>
              </a:defRPr>
            </a:pPr>
            <a:r>
              <a:rPr sz="3150" b="1">
                <a:solidFill>
                  <a:srgbClr val="15324B"/>
                </a:solidFill>
              </a:rPr>
              <a:t>The pilot is approved</a:t>
            </a:r>
          </a:p>
        </p:txBody>
      </p:sp>
      <p:sp>
        <p:nvSpPr>
          <p:cNvPr id="3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B47394E9-E314-4E91-8D6E-52A1D53C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Pilot start 2025-09-01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0820400" cy="2343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1428750"/>
                <a:gridCol w="2095500"/>
                <a:gridCol w="1714500"/>
                <a:gridCol w="3105150"/>
              </a:tblGrid>
              <a:tr h="781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Decision Date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Next Step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South Region Workshop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Approved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Sales / Kato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2025-08-08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Confirm 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North Region Onboarding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Approved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Operations / Mori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2025-08-12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Begin pilot preparation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ADB39F86-1E60-4197-BDCA-BB0A72C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6F"/>
                </a:solidFill>
              </a:defRPr>
            </a:pPr>
            <a:r>
              <a:rPr sz="1425">
                <a:solidFill>
                  <a:srgbClr val="52616F"/>
                </a:solidFill>
              </a:rPr>
              <a:t>The selected workstream is the North Region row.</a:t>
            </a:r>
          </a:p>
        </p:txBody>
      </p:sp>
    </p:spTree>
    <p:extLst>
      <p:ext uri="{BB962C8B-B14F-4D97-AF65-F5344CB8AC3E}">
        <p14:creationId xmlns:p14="http://schemas.microsoft.com/office/powerpoint/2010/main" val="552091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2026-08-26T19:33:23.2450000Z</dcterms:created>
  <dcterms:modified xsi:type="dcterms:W3CDTF">2026-08-26T19:33:23.2450000Z</dcterms:modified>
</coreProperties>
</file>