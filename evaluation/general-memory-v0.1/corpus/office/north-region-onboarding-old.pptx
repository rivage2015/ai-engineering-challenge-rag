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a3473c07984afd" /><Relationship Type="http://schemas.openxmlformats.org/officeDocument/2006/relationships/extended-properties" Target="/docProps/app.xml" Id="R10159f96a1014130" /><Relationship Type="http://schemas.openxmlformats.org/officeDocument/2006/relationships/officeDocument" Target="/ppt/presentation.xml" Id="R9e19dc8aa1684a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37e63995c74793"/>
  </p:sldMasterIdLst>
  <p:notesMasterIdLst>
    <p:notesMasterId xmlns:r="http://schemas.openxmlformats.org/officeDocument/2006/relationships" r:id="Rff255693f5354039"/>
  </p:notesMasterIdLst>
  <p:sldIdLst>
    <p:sldId xmlns:r="http://schemas.openxmlformats.org/officeDocument/2006/relationships" id="256" r:id="R893ed6d081514b12"/>
    <p:sldId xmlns:r="http://schemas.openxmlformats.org/officeDocument/2006/relationships" id="257" r:id="Rdcb6197b253f4c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f07ee3f0e545e8" /><Relationship Type="http://schemas.openxmlformats.org/officeDocument/2006/relationships/slideMaster" Target="/ppt/slideMasters/slideMaster1.xml" Id="R2b37e63995c74793" /><Relationship Type="http://schemas.openxmlformats.org/officeDocument/2006/relationships/notesMaster" Target="/ppt/notesMasters/notesMaster1.xml" Id="Rff255693f5354039" /><Relationship Type="http://schemas.openxmlformats.org/officeDocument/2006/relationships/presProps" Target="/ppt/presProps.xml" Id="R52bc28d9b1044a2e" /><Relationship Type="http://schemas.openxmlformats.org/officeDocument/2006/relationships/tableStyles" Target="/ppt/tableStyles.xml" Id="R5ec8e0d88f954be8" /><Relationship Type="http://schemas.openxmlformats.org/officeDocument/2006/relationships/slide" Target="/ppt/slides/slide1.xml" Id="R893ed6d081514b12" /><Relationship Type="http://schemas.openxmlformats.org/officeDocument/2006/relationships/slide" Target="/ppt/slides/slide2.xml" Id="Rdcb6197b253f4c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7c7785969243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9513a2637a4451" /><Relationship Type="http://schemas.openxmlformats.org/officeDocument/2006/relationships/notesMaster" Target="/ppt/notesMasters/notesMaster1.xml" Id="Rdf3892d25d96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7f8fe1862d4f2a" /><Relationship Type="http://schemas.openxmlformats.org/officeDocument/2006/relationships/notesMaster" Target="/ppt/notesMasters/notesMaster1.xml" Id="R2d2450a7155f4b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evaluation fixture;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evaluation fixture;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d9ce77b8143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b0ebb57bf649a7" /><Relationship Type="http://schemas.openxmlformats.org/officeDocument/2006/relationships/slideLayout" Target="/ppt/slideLayouts/slideLayout1.xml" Id="Rddb5698f3cc149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5698f3cc149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75cf9ea3844f4" /><Relationship Type="http://schemas.openxmlformats.org/officeDocument/2006/relationships/notesSlide" Target="/ppt/notesSlides/notesSlide1.xml" Id="R16512c7d4fdd44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20f53716b44e3" /><Relationship Type="http://schemas.openxmlformats.org/officeDocument/2006/relationships/notesSlide" Target="/ppt/notesSlides/notesSlide2.xml" Id="R9c5a258348344a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0631CF3-DE4C-49B4-8929-FC41246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OLD DRAFT / SUPERSEDED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B523D3-8340-43F0-A6A5-51439FD7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24B"/>
                </a:solidFill>
              </a:defRPr>
            </a:pPr>
            <a:r>
              <a:rPr sz="3150" b="1">
                <a:solidFill>
                  <a:srgbClr val="15324B"/>
                </a:solidFill>
              </a:rPr>
              <a:t>North Region Onboarding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BBC22B18-66D1-4746-AA98-0435D4B6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85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Drafted on 2025-06-01. This deck was replaced and is not final.</a:t>
            </a:r>
          </a:p>
        </p:txBody>
      </p:sp>
      <p:sp>
        <p:nvSpPr>
          <p:cNvPr id="4" name="version-warning">
            <a:extLst xmlns:a="http://schemas.openxmlformats.org/drawingml/2006/main">
              <a:ext uri="{FF2B5EF4-FFF2-40B4-BE49-F238E27FC236}">
                <a16:creationId xmlns:a16="http://schemas.microsoft.com/office/drawing/2014/main" id="{C0C7ABC0-A051-482E-8760-3D6728C4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6700"/>
                </a:solidFill>
              </a:defRPr>
            </a:pPr>
            <a:r>
              <a:rPr sz="1650" b="1">
                <a:solidFill>
                  <a:srgbClr val="9A6700"/>
                </a:solidFill>
              </a:rPr>
              <a:t>Superseded information — retain only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1981763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0622C0CB-137B-4568-A0E1-434C4D4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DRAFT PROPOSAL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AB42F8-1DF8-4451-8EE1-00D2B616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24B"/>
                </a:solidFill>
              </a:defRPr>
            </a:pPr>
            <a:r>
              <a:rPr sz="3150" b="1">
                <a:solidFill>
                  <a:srgbClr val="15324B"/>
                </a:solidFill>
              </a:rPr>
              <a:t>The pilot was still tentative</a:t>
            </a:r>
          </a:p>
        </p:txBody>
      </p:sp>
      <p:sp>
        <p:nvSpPr>
          <p:cNvPr id="3" name="decision-callout">
            <a:extLst xmlns:a="http://schemas.openxmlformats.org/drawingml/2006/main">
              <a:ext uri="{FF2B5EF4-FFF2-40B4-BE49-F238E27FC236}">
                <a16:creationId xmlns:a16="http://schemas.microsoft.com/office/drawing/2014/main" id="{04D2BE4E-F3E2-4D8A-89FF-C6A41A5E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A6700"/>
                </a:solidFill>
              </a:defRPr>
            </a:pPr>
            <a:r>
              <a:rPr sz="1950" b="1">
                <a:solidFill>
                  <a:srgbClr val="9A6700"/>
                </a:solidFill>
              </a:rPr>
              <a:t>Tentative pilot 2025-08-15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10820400" cy="2343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1428750"/>
                <a:gridCol w="2095500"/>
                <a:gridCol w="1714500"/>
                <a:gridCol w="3105150"/>
              </a:tblGrid>
              <a:tr h="781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Decision Date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Next Step</a:t>
                      </a:r>
                    </a:p>
                  </a:txBody>
                  <a:tcPr marL="91440" marR="91440" marT="45720" marB="45720">
                    <a:solidFill>
                      <a:srgbClr val="2E75B6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South Region Workshop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Draft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Sales / Kato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2025-07-10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Review venue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North Region Onboarding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Draft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Sales / Kato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2025-07-20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12B"/>
                          </a:solidFill>
                        </a:rPr>
                        <a:t>Wait for budget review</a:t>
                      </a:r>
                    </a:p>
                  </a:txBody>
                  <a:tcPr marL="91440" marR="91440" marT="45720" marB="45720"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5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9FC29D0A-96EF-4EAD-AE1A-4FBBA04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6F"/>
                </a:solidFill>
              </a:defRPr>
            </a:pPr>
            <a:r>
              <a:rPr sz="1425">
                <a:solidFill>
                  <a:srgbClr val="52616F"/>
                </a:solidFill>
              </a:rPr>
              <a:t>The North Region row is a superseded proposal.</a:t>
            </a:r>
          </a:p>
        </p:txBody>
      </p:sp>
    </p:spTree>
    <p:extLst>
      <p:ext uri="{BB962C8B-B14F-4D97-AF65-F5344CB8AC3E}">
        <p14:creationId xmlns:p14="http://schemas.microsoft.com/office/powerpoint/2010/main" val="1765804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2026-08-26T19:33:23.5270000Z</dcterms:created>
  <dcterms:modified xsi:type="dcterms:W3CDTF">2026-08-26T19:33:23.5270000Z</dcterms:modified>
</coreProperties>
</file>