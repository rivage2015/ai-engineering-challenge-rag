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5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Master" Target="/ppt/slideMasters/slideMaster1.xml" Id="rId5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7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notesSlide" Target="/ppt/notesSlides/notesSlide2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F3D937B-1EF5-55F8-AB37-DF957EA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APPROVED v2 / FINAL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DC61B3-0EE9-5C05-8B3B-4AF3C85F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24B"/>
                </a:solidFill>
              </a:defRPr>
            </a:pPr>
            <a:r>
              <a:rPr sz="3750" b="1">
                <a:solidFill>
                  <a:srgbClr val="15324B"/>
                </a:solidFill>
              </a:rPr>
              <a:t>ORION-27 / 体制計画</a:t>
            </a:r>
          </a:p>
        </p:txBody>
      </p:sp>
      <p:sp>
        <p:nvSpPr>
          <p:cNvPr id="3" name="identity-panel">
            <a:extLst xmlns:a="http://schemas.openxmlformats.org/drawingml/2006/main">
              <a:ext uri="{FF2B5EF4-FFF2-40B4-BE49-F238E27FC236}">
                <a16:creationId xmlns:a16="http://schemas.microsoft.com/office/drawing/2014/main" id="{D1ED03DD-2982-5474-B8C9-92F7D37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Project ID: ORION-27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Work ID: WS-MIG-04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Version: v2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Status: APPROVED</a:t>
            </a:r>
          </a:p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Supersedes: 03_ORION-27_体制計画_v1.pptx</a:t>
            </a:r>
          </a:p>
        </p:txBody>
      </p:sp>
      <p:sp>
        <p:nvSpPr>
          <p:cNvPr id="4" name="version-note">
            <a:extLst xmlns:a="http://schemas.openxmlformats.org/drawingml/2006/main">
              <a:ext uri="{FF2B5EF4-FFF2-40B4-BE49-F238E27FC236}">
                <a16:creationId xmlns:a16="http://schemas.microsoft.com/office/drawing/2014/main" id="{11FE121D-C1AA-50B6-979C-0D7F3CA7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7A5B"/>
                </a:solidFill>
              </a:defRPr>
            </a:pPr>
            <a:r>
              <a:rPr sz="1650" b="1">
                <a:solidFill>
                  <a:srgbClr val="177A5B"/>
                </a:solidFill>
              </a:rPr>
              <a:t>このv2は上記v1を明示的に置換する承認済み計画です。</a:t>
            </a:r>
          </a:p>
        </p:txBody>
      </p:sp>
    </p:spTree>
    <p:extLst>
      <p:ext uri="{BB962C8B-B14F-4D97-AF65-F5344CB8AC3E}">
        <p14:creationId xmlns:p14="http://schemas.microsoft.com/office/powerpoint/2010/main" val="2072774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58A1D9D-FB04-5A9E-AA5D-D7629D7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APPROVED ASSIGNMENT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9CDBB-A3B7-5B39-B1C7-5B9DCD4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24B"/>
                </a:solidFill>
              </a:defRPr>
            </a:pPr>
            <a:r>
              <a:rPr sz="3750" b="1">
                <a:solidFill>
                  <a:srgbClr val="15324B"/>
                </a:solidFill>
              </a:rPr>
              <a:t>承認済み担当変更</a:t>
            </a:r>
          </a:p>
        </p:txBody>
      </p:sp>
      <p:sp>
        <p:nvSpPr>
          <p:cNvPr id="3" name="assignment-callout">
            <a:extLst xmlns:a="http://schemas.openxmlformats.org/drawingml/2006/main">
              <a:ext uri="{FF2B5EF4-FFF2-40B4-BE49-F238E27FC236}">
                <a16:creationId xmlns:a16="http://schemas.microsoft.com/office/drawing/2014/main" id="{75D2CEB4-7F05-5C6D-8CAF-DC625BF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7A5B"/>
                </a:solidFill>
              </a:defRPr>
            </a:pPr>
            <a:r>
              <a:rPr sz="1950" b="1">
                <a:solidFill>
                  <a:srgbClr val="177A5B"/>
                </a:solidFill>
              </a:rPr>
              <a:t>Assignee ID: EMP-208 / Effective: 2023-04-01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10820400" cy="1428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809750"/>
                <a:gridCol w="1428750"/>
                <a:gridCol w="1809750"/>
                <a:gridCol w="2000250"/>
                <a:gridCol w="196215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Project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Work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Assignee ID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Effective From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ORION-27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WS-MIG-04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主担当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EMP-208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2023-04-01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APPROVED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pproval-reason">
            <a:extLst xmlns:a="http://schemas.openxmlformats.org/drawingml/2006/main">
              <a:ext uri="{FF2B5EF4-FFF2-40B4-BE49-F238E27FC236}">
                <a16:creationId xmlns:a16="http://schemas.microsoft.com/office/drawing/2014/main" id="{CCC6239A-9167-5307-8988-61B5C35E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BD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変更理由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本番移行フェーズへの移行に伴う運営体制の再編</a:t>
            </a:r>
          </a:p>
        </p:txBody>
      </p:sp>
    </p:spTree>
    <p:extLst>
      <p:ext uri="{BB962C8B-B14F-4D97-AF65-F5344CB8AC3E}">
        <p14:creationId xmlns:p14="http://schemas.microsoft.com/office/powerpoint/2010/main" val="3999818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2026-01-01T00:00:00Z</dcterms:created>
  <dcterms:modified xsi:type="dcterms:W3CDTF">2026-01-01T00:00:00Z</dcterms:modified>
</coreProperties>
</file>