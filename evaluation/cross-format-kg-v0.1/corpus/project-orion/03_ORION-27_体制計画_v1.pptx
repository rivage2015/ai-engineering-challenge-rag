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Relationship Type="http://schemas.openxmlformats.org/package/2006/relationships/metadata/core-properties" Target="/docProps/core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5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Master" Target="/ppt/slideMasters/slideMaster1.xml" Id="rId5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7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evaluation fixture;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evaluation fixture;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2.xml" Id="rI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notesSlide" Target="/ppt/notesSlides/notesSlide1.xml" Id="rId1" /><Relationship Type="http://schemas.openxmlformats.org/officeDocument/2006/relationships/slideLayout" Target="/ppt/slideLayouts/slideLayout1.xml" Id="rId2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notesSlide" Target="/ppt/notesSlides/notesSlide2.xml" Id="rId1" /><Relationship Type="http://schemas.openxmlformats.org/officeDocument/2006/relationships/slideLayout" Target="/ppt/slideLayouts/slideLayout1.xml" Id="rI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8B104D6-93F5-563F-AE94-654730A5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DRAFT v1 / NOT APPROVED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07728E-25DC-566C-9AE1-6741AAB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24B"/>
                </a:solidFill>
              </a:defRPr>
            </a:pPr>
            <a:r>
              <a:rPr sz="3750" b="1">
                <a:solidFill>
                  <a:srgbClr val="15324B"/>
                </a:solidFill>
              </a:rPr>
              <a:t>ORION-27 / 体制計画</a:t>
            </a:r>
          </a:p>
        </p:txBody>
      </p:sp>
      <p:sp>
        <p:nvSpPr>
          <p:cNvPr id="3" name="identity-panel">
            <a:extLst xmlns:a="http://schemas.openxmlformats.org/drawingml/2006/main">
              <a:ext uri="{FF2B5EF4-FFF2-40B4-BE49-F238E27FC236}">
                <a16:creationId xmlns:a16="http://schemas.microsoft.com/office/drawing/2014/main" id="{6CEBAA5C-F615-5B38-9091-15325812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Project ID: ORION-27</a:t>
            </a:r>
          </a:p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Work ID: WS-MIG-04</a:t>
            </a:r>
          </a:p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Version: v1</a:t>
            </a:r>
          </a:p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Status: DRAFT</a:t>
            </a:r>
          </a:p>
        </p:txBody>
      </p:sp>
      <p:sp>
        <p:nvSpPr>
          <p:cNvPr id="4" name="version-note">
            <a:extLst xmlns:a="http://schemas.openxmlformats.org/drawingml/2006/main">
              <a:ext uri="{FF2B5EF4-FFF2-40B4-BE49-F238E27FC236}">
                <a16:creationId xmlns:a16="http://schemas.microsoft.com/office/drawing/2014/main" id="{337C5823-D52F-5AD7-B936-3A2B9E23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700"/>
                </a:solidFill>
              </a:defRPr>
            </a:pPr>
            <a:r>
              <a:rPr sz="1650" b="1">
                <a:solidFill>
                  <a:srgbClr val="9A6700"/>
                </a:solidFill>
              </a:rPr>
              <a:t>このv1は未承認の提案です。承認済み記録として扱わないでください。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132016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1F13468-B357-51D3-BA54-3D7C197F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ASSIGNMENT PROPOSAL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6E45B7-1A79-58F1-A3FB-5108D7CA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24B"/>
                </a:solidFill>
              </a:defRPr>
            </a:pPr>
            <a:r>
              <a:rPr sz="3750" b="1">
                <a:solidFill>
                  <a:srgbClr val="15324B"/>
                </a:solidFill>
              </a:rPr>
              <a:t>2023-04-01以降の担当案</a:t>
            </a:r>
          </a:p>
        </p:txBody>
      </p:sp>
      <p:sp>
        <p:nvSpPr>
          <p:cNvPr id="3" name="assignment-callout">
            <a:extLst xmlns:a="http://schemas.openxmlformats.org/drawingml/2006/main">
              <a:ext uri="{FF2B5EF4-FFF2-40B4-BE49-F238E27FC236}">
                <a16:creationId xmlns:a16="http://schemas.microsoft.com/office/drawing/2014/main" id="{BB3382EA-3ACA-5FC1-913C-344AB05A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A6700"/>
                </a:solidFill>
              </a:defRPr>
            </a:pPr>
            <a:r>
              <a:rPr sz="1950" b="1">
                <a:solidFill>
                  <a:srgbClr val="9A6700"/>
                </a:solidFill>
              </a:rPr>
              <a:t>Assignee ID: EMP-104 / Effective: 2023-04-01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686050"/>
          <a:ext xmlns:a="http://schemas.openxmlformats.org/drawingml/2006/main" cx="10820400" cy="1428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1809750"/>
                <a:gridCol w="1428750"/>
                <a:gridCol w="1809750"/>
                <a:gridCol w="2000250"/>
                <a:gridCol w="1962150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Project ID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Work ID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Assignee ID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Effective From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ORION-27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WS-MIG-04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主担当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EMP-104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2023-04-01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DRAFT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raft-warning">
            <a:extLst xmlns:a="http://schemas.openxmlformats.org/drawingml/2006/main">
              <a:ext uri="{FF2B5EF4-FFF2-40B4-BE49-F238E27FC236}">
                <a16:creationId xmlns:a16="http://schemas.microsoft.com/office/drawing/2014/main" id="{24B526CA-D0AF-5D93-BDFD-04B728DE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6700"/>
                </a:solidFill>
              </a:defRPr>
            </a:pPr>
            <a:r>
              <a:rPr sz="1575" b="1">
                <a:solidFill>
                  <a:srgbClr val="9A6700"/>
                </a:solidFill>
              </a:rPr>
              <a:t>DRAFT v1：2023-04-01以降もEMP-104を担当とする案。未承認です。</a:t>
            </a:r>
          </a:p>
        </p:txBody>
      </p:sp>
    </p:spTree>
    <p:extLst>
      <p:ext uri="{BB962C8B-B14F-4D97-AF65-F5344CB8AC3E}">
        <p14:creationId xmlns:p14="http://schemas.microsoft.com/office/powerpoint/2010/main" val="3721795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2026-01-01T00:00:00Z</dcterms:created>
  <dcterms:modified xsi:type="dcterms:W3CDTF">2026-01-01T00:00:00Z</dcterms:modified>
</coreProperties>
</file>